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27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motivation: simplifying trip planning through personalized AI itineraries.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problem: travelers want AI help that is truly personalized.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full-stack design. Flask handles UI, LangChain handles LLM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pipeline logic step-by-step. Emphasize prompt structure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your prompt design philosophy and improvements from trial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your live demo or screenshots of app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gpt‑4o‑mini is faster at low token counts, while gpt‑4.1 scales slower but richer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simulated costs; explain optimal temperature for balance between creativity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what worked best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transparent about constraints; propose retrieval‑augmented enhancement.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roadmap—align with applied AI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confidently—highlight innovation, scalability, and relevance to AI in daily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AI Travel Itinerary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168501" cy="1513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Generative AI + Personalization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CAP 4630 – Intro to Artificial Intelligence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Team: Curtis Williams </a:t>
            </a:r>
            <a:r>
              <a:rPr lang="en-US" dirty="0"/>
              <a:t>, </a:t>
            </a:r>
            <a:r>
              <a:rPr lang="en-US" sz="2200" dirty="0"/>
              <a:t>Kylie Capes and  Mackenzie VanMeter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Create a system that generates personalized travel itineraries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Incorporate budget awareness and dietary personalization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Provide structured JSON output for easy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Frontend: Flask web app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Backend: LangChain + OpenAI LLM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Core features: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Destination &amp; interest input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3-5 day itinerary generation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Budget estimator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Data Flow: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1. User Form → Flask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2. Prompt template → LLM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3. JSON Output → Parsed Itinerary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4. Budget module adds cost analysis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Metrics: response latency, output validity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System prompt enforces structure, tone, and budget awareness.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User prompt slots include destination, dates, interests, budget, diet, and hotel area.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JSON output reduces parsing overhead and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Demo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Input form: destination, budget, party size, dietary preferences.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Output: 3-day itinerary with morning/afternoon/evening structure.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Also includes budget breakdown (lodging, food, activities, transit).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Results – Latency vs Tokens</a:t>
            </a:r>
          </a:p>
        </p:txBody>
      </p:sp>
      <p:pic>
        <p:nvPicPr>
          <p:cNvPr id="4" name="Picture 3" descr="latency_vs_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1168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Results – Cost Comparison</a:t>
            </a:r>
          </a:p>
        </p:txBody>
      </p:sp>
      <p:pic>
        <p:nvPicPr>
          <p:cNvPr id="4" name="Picture 3" descr="co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1168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Structured prompting yields predictable JSON outputs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Personalization knobs (budget/diet) visibly change itineraries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LLM‑only system sufficient for MVP (no heavy retrieval)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No real‑time data (e.g., closed attractions)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Occasional hallucinated locations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Budget is approximate, not sourced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Add POI retrieval and ranking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Integrate live maps &amp; pricing APIs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Deploy as mobile‑friendly PWA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The AI Travel Itinerary Generator demonstrates how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LLMs + thoughtful prompt engineering can deliver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practical personalization for everyday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Office PowerPoint</Application>
  <PresentationFormat>Custom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leticha morales</cp:lastModifiedBy>
  <cp:revision>2</cp:revision>
  <dcterms:created xsi:type="dcterms:W3CDTF">2013-01-27T09:14:16Z</dcterms:created>
  <dcterms:modified xsi:type="dcterms:W3CDTF">2025-11-23T22:58:46Z</dcterms:modified>
  <cp:category/>
</cp:coreProperties>
</file>